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DevFlow AI — TFM</dc:title>
  <dc:subject>Trabajo Final de Master: Desarrollo con IA (BIG School)
Alberto Guinda Sevilla — Febrero 2026
</dc:subject>
  <dc:creator/>
  <cp:lastModifiedBy/>
  <cp:revision>1</cp:revision>
  <dcterms:created xsi:type="dcterms:W3CDTF">2026-02-28T14:19:21Z</dcterms:created>
  <dcterms:modified xsi:type="dcterms:W3CDTF">2026-02-28T14:19:21Z</dcterms:modified>
</cp:coreProperties>
</file>